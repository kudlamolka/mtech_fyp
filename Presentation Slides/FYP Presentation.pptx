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3" r:id="rId26"/>
    <p:sldId id="281" r:id="rId27"/>
  </p:sldIdLst>
  <p:sldSz cx="9144000" cy="5143500" type="screen16x9"/>
  <p:notesSz cx="6858000" cy="9144000"/>
  <p:embeddedFontLst>
    <p:embeddedFont>
      <p:font typeface="Lato" panose="020F0502020204030203" pitchFamily="34" charset="0"/>
      <p:regular r:id="rId29"/>
      <p:bold r:id="rId30"/>
      <p:italic r:id="rId31"/>
      <p:boldItalic r:id="rId32"/>
    </p:embeddedFont>
    <p:embeddedFont>
      <p:font typeface="Raleway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A6156F-3151-4AAB-B3B7-1C2EDB7FB276}" v="18" dt="2026-06-29T12:05:42.7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eya Moleyar" userId="b51051ba856dafdf" providerId="LiveId" clId="{AB7CCA75-D7E2-42E3-A660-2E75CD62CFC8}"/>
    <pc:docChg chg="undo custSel addSld delSld modSld sldOrd">
      <pc:chgData name="Karthikeya Moleyar" userId="b51051ba856dafdf" providerId="LiveId" clId="{AB7CCA75-D7E2-42E3-A660-2E75CD62CFC8}" dt="2026-06-29T12:43:01.722" v="2325" actId="20577"/>
      <pc:docMkLst>
        <pc:docMk/>
      </pc:docMkLst>
      <pc:sldChg chg="modSp mod">
        <pc:chgData name="Karthikeya Moleyar" userId="b51051ba856dafdf" providerId="LiveId" clId="{AB7CCA75-D7E2-42E3-A660-2E75CD62CFC8}" dt="2026-06-13T03:48:25.703" v="487" actId="27636"/>
        <pc:sldMkLst>
          <pc:docMk/>
          <pc:sldMk cId="0" sldId="258"/>
        </pc:sldMkLst>
        <pc:spChg chg="mod">
          <ac:chgData name="Karthikeya Moleyar" userId="b51051ba856dafdf" providerId="LiveId" clId="{AB7CCA75-D7E2-42E3-A660-2E75CD62CFC8}" dt="2026-06-13T03:48:25.703" v="487" actId="27636"/>
          <ac:spMkLst>
            <pc:docMk/>
            <pc:sldMk cId="0" sldId="258"/>
            <ac:spMk id="99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16" v="488" actId="27636"/>
        <pc:sldMkLst>
          <pc:docMk/>
          <pc:sldMk cId="0" sldId="259"/>
        </pc:sldMkLst>
        <pc:spChg chg="mod">
          <ac:chgData name="Karthikeya Moleyar" userId="b51051ba856dafdf" providerId="LiveId" clId="{AB7CCA75-D7E2-42E3-A660-2E75CD62CFC8}" dt="2026-06-13T03:48:25.716" v="488" actId="27636"/>
          <ac:spMkLst>
            <pc:docMk/>
            <pc:sldMk cId="0" sldId="259"/>
            <ac:spMk id="105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26" v="489" actId="27636"/>
        <pc:sldMkLst>
          <pc:docMk/>
          <pc:sldMk cId="0" sldId="260"/>
        </pc:sldMkLst>
        <pc:spChg chg="mod">
          <ac:chgData name="Karthikeya Moleyar" userId="b51051ba856dafdf" providerId="LiveId" clId="{AB7CCA75-D7E2-42E3-A660-2E75CD62CFC8}" dt="2026-06-13T03:48:25.726" v="489" actId="27636"/>
          <ac:spMkLst>
            <pc:docMk/>
            <pc:sldMk cId="0" sldId="260"/>
            <ac:spMk id="111" creationId="{00000000-0000-0000-0000-000000000000}"/>
          </ac:spMkLst>
        </pc:spChg>
      </pc:sldChg>
      <pc:sldChg chg="ord modNotes">
        <pc:chgData name="Karthikeya Moleyar" userId="b51051ba856dafdf" providerId="LiveId" clId="{AB7CCA75-D7E2-42E3-A660-2E75CD62CFC8}" dt="2026-06-17T04:59:19.991" v="1054"/>
        <pc:sldMkLst>
          <pc:docMk/>
          <pc:sldMk cId="0" sldId="261"/>
        </pc:sldMkLst>
      </pc:sldChg>
      <pc:sldChg chg="ord modNotes">
        <pc:chgData name="Karthikeya Moleyar" userId="b51051ba856dafdf" providerId="LiveId" clId="{AB7CCA75-D7E2-42E3-A660-2E75CD62CFC8}" dt="2026-06-17T04:59:06.454" v="1050"/>
        <pc:sldMkLst>
          <pc:docMk/>
          <pc:sldMk cId="0" sldId="262"/>
        </pc:sldMkLst>
      </pc:sldChg>
      <pc:sldChg chg="modSp mod">
        <pc:chgData name="Karthikeya Moleyar" userId="b51051ba856dafdf" providerId="LiveId" clId="{AB7CCA75-D7E2-42E3-A660-2E75CD62CFC8}" dt="2026-06-13T03:48:25.743" v="490" actId="27636"/>
        <pc:sldMkLst>
          <pc:docMk/>
          <pc:sldMk cId="0" sldId="263"/>
        </pc:sldMkLst>
        <pc:spChg chg="mod">
          <ac:chgData name="Karthikeya Moleyar" userId="b51051ba856dafdf" providerId="LiveId" clId="{AB7CCA75-D7E2-42E3-A660-2E75CD62CFC8}" dt="2026-06-13T03:48:25.743" v="490" actId="27636"/>
          <ac:spMkLst>
            <pc:docMk/>
            <pc:sldMk cId="0" sldId="263"/>
            <ac:spMk id="131" creationId="{00000000-0000-0000-0000-000000000000}"/>
          </ac:spMkLst>
        </pc:spChg>
      </pc:sldChg>
      <pc:sldChg chg="modSp del mod">
        <pc:chgData name="Karthikeya Moleyar" userId="b51051ba856dafdf" providerId="LiveId" clId="{AB7CCA75-D7E2-42E3-A660-2E75CD62CFC8}" dt="2026-06-29T11:39:27.965" v="1271" actId="2696"/>
        <pc:sldMkLst>
          <pc:docMk/>
          <pc:sldMk cId="0" sldId="269"/>
        </pc:sldMkLst>
      </pc:sldChg>
      <pc:sldChg chg="modSp new mod">
        <pc:chgData name="Karthikeya Moleyar" userId="b51051ba856dafdf" providerId="LiveId" clId="{AB7CCA75-D7E2-42E3-A660-2E75CD62CFC8}" dt="2026-06-13T03:50:39.569" v="525" actId="27636"/>
        <pc:sldMkLst>
          <pc:docMk/>
          <pc:sldMk cId="611001636" sldId="270"/>
        </pc:sldMkLst>
        <pc:spChg chg="mod">
          <ac:chgData name="Karthikeya Moleyar" userId="b51051ba856dafdf" providerId="LiveId" clId="{AB7CCA75-D7E2-42E3-A660-2E75CD62CFC8}" dt="2026-06-13T03:50:15.540" v="513" actId="20577"/>
          <ac:spMkLst>
            <pc:docMk/>
            <pc:sldMk cId="611001636" sldId="270"/>
            <ac:spMk id="2" creationId="{5CBFA5A4-0344-C31C-2EFA-CC7FC359ACBD}"/>
          </ac:spMkLst>
        </pc:spChg>
        <pc:spChg chg="mod">
          <ac:chgData name="Karthikeya Moleyar" userId="b51051ba856dafdf" providerId="LiveId" clId="{AB7CCA75-D7E2-42E3-A660-2E75CD62CFC8}" dt="2026-06-13T03:50:39.569" v="525" actId="27636"/>
          <ac:spMkLst>
            <pc:docMk/>
            <pc:sldMk cId="611001636" sldId="270"/>
            <ac:spMk id="3" creationId="{235B240A-7498-B227-B85F-597EACFD11C1}"/>
          </ac:spMkLst>
        </pc:spChg>
      </pc:sldChg>
      <pc:sldChg chg="modSp new mod">
        <pc:chgData name="Karthikeya Moleyar" userId="b51051ba856dafdf" providerId="LiveId" clId="{AB7CCA75-D7E2-42E3-A660-2E75CD62CFC8}" dt="2026-06-13T03:52:15.654" v="587" actId="27636"/>
        <pc:sldMkLst>
          <pc:docMk/>
          <pc:sldMk cId="2439556651" sldId="271"/>
        </pc:sldMkLst>
        <pc:spChg chg="mod">
          <ac:chgData name="Karthikeya Moleyar" userId="b51051ba856dafdf" providerId="LiveId" clId="{AB7CCA75-D7E2-42E3-A660-2E75CD62CFC8}" dt="2026-06-13T03:52:09.979" v="585" actId="1076"/>
          <ac:spMkLst>
            <pc:docMk/>
            <pc:sldMk cId="2439556651" sldId="271"/>
            <ac:spMk id="2" creationId="{B9A2C8BC-F1B3-D84A-DF72-0AE055DFBC02}"/>
          </ac:spMkLst>
        </pc:spChg>
        <pc:spChg chg="mod">
          <ac:chgData name="Karthikeya Moleyar" userId="b51051ba856dafdf" providerId="LiveId" clId="{AB7CCA75-D7E2-42E3-A660-2E75CD62CFC8}" dt="2026-06-13T03:52:15.654" v="587" actId="27636"/>
          <ac:spMkLst>
            <pc:docMk/>
            <pc:sldMk cId="2439556651" sldId="271"/>
            <ac:spMk id="3" creationId="{1DE8B0F1-C606-456A-1326-766F192D962A}"/>
          </ac:spMkLst>
        </pc:spChg>
      </pc:sldChg>
      <pc:sldChg chg="modSp add mod">
        <pc:chgData name="Karthikeya Moleyar" userId="b51051ba856dafdf" providerId="LiveId" clId="{AB7CCA75-D7E2-42E3-A660-2E75CD62CFC8}" dt="2026-06-13T04:08:55.437" v="686" actId="27636"/>
        <pc:sldMkLst>
          <pc:docMk/>
          <pc:sldMk cId="2028815287" sldId="272"/>
        </pc:sldMkLst>
        <pc:spChg chg="mod">
          <ac:chgData name="Karthikeya Moleyar" userId="b51051ba856dafdf" providerId="LiveId" clId="{AB7CCA75-D7E2-42E3-A660-2E75CD62CFC8}" dt="2026-06-13T04:08:55.437" v="686" actId="27636"/>
          <ac:spMkLst>
            <pc:docMk/>
            <pc:sldMk cId="2028815287" sldId="272"/>
            <ac:spMk id="3" creationId="{FB2E6DBC-3F3A-F9A3-9955-673A0CE0E24D}"/>
          </ac:spMkLst>
        </pc:spChg>
      </pc:sldChg>
      <pc:sldChg chg="modSp new mod">
        <pc:chgData name="Karthikeya Moleyar" userId="b51051ba856dafdf" providerId="LiveId" clId="{AB7CCA75-D7E2-42E3-A660-2E75CD62CFC8}" dt="2026-06-13T04:14:00.148" v="852" actId="20577"/>
        <pc:sldMkLst>
          <pc:docMk/>
          <pc:sldMk cId="4283932461" sldId="273"/>
        </pc:sldMkLst>
        <pc:spChg chg="mod">
          <ac:chgData name="Karthikeya Moleyar" userId="b51051ba856dafdf" providerId="LiveId" clId="{AB7CCA75-D7E2-42E3-A660-2E75CD62CFC8}" dt="2026-06-13T04:12:30.912" v="720" actId="20577"/>
          <ac:spMkLst>
            <pc:docMk/>
            <pc:sldMk cId="4283932461" sldId="273"/>
            <ac:spMk id="2" creationId="{83523578-4132-3773-EBB6-53AA4E2CE275}"/>
          </ac:spMkLst>
        </pc:spChg>
        <pc:spChg chg="mod">
          <ac:chgData name="Karthikeya Moleyar" userId="b51051ba856dafdf" providerId="LiveId" clId="{AB7CCA75-D7E2-42E3-A660-2E75CD62CFC8}" dt="2026-06-13T04:14:00.148" v="852" actId="20577"/>
          <ac:spMkLst>
            <pc:docMk/>
            <pc:sldMk cId="4283932461" sldId="273"/>
            <ac:spMk id="3" creationId="{37090587-9782-EFF9-0B52-DD4B432CEC4E}"/>
          </ac:spMkLst>
        </pc:spChg>
      </pc:sldChg>
      <pc:sldChg chg="modSp new mod">
        <pc:chgData name="Karthikeya Moleyar" userId="b51051ba856dafdf" providerId="LiveId" clId="{AB7CCA75-D7E2-42E3-A660-2E75CD62CFC8}" dt="2026-06-18T05:26:15.608" v="1216" actId="20577"/>
        <pc:sldMkLst>
          <pc:docMk/>
          <pc:sldMk cId="3303598969" sldId="275"/>
        </pc:sldMkLst>
        <pc:spChg chg="mod">
          <ac:chgData name="Karthikeya Moleyar" userId="b51051ba856dafdf" providerId="LiveId" clId="{AB7CCA75-D7E2-42E3-A660-2E75CD62CFC8}" dt="2026-06-18T05:25:23.395" v="1188" actId="27636"/>
          <ac:spMkLst>
            <pc:docMk/>
            <pc:sldMk cId="3303598969" sldId="275"/>
            <ac:spMk id="2" creationId="{3851FB98-2DC0-A2EA-9A0B-BC7D0E7E1040}"/>
          </ac:spMkLst>
        </pc:spChg>
        <pc:spChg chg="mod">
          <ac:chgData name="Karthikeya Moleyar" userId="b51051ba856dafdf" providerId="LiveId" clId="{AB7CCA75-D7E2-42E3-A660-2E75CD62CFC8}" dt="2026-06-18T05:26:15.608" v="1216" actId="20577"/>
          <ac:spMkLst>
            <pc:docMk/>
            <pc:sldMk cId="3303598969" sldId="275"/>
            <ac:spMk id="3" creationId="{E0D2085B-0ACA-E630-1C78-6E0A3B9E99B6}"/>
          </ac:spMkLst>
        </pc:spChg>
      </pc:sldChg>
      <pc:sldChg chg="modSp new mod">
        <pc:chgData name="Karthikeya Moleyar" userId="b51051ba856dafdf" providerId="LiveId" clId="{AB7CCA75-D7E2-42E3-A660-2E75CD62CFC8}" dt="2026-06-18T05:28:27.406" v="1261" actId="27636"/>
        <pc:sldMkLst>
          <pc:docMk/>
          <pc:sldMk cId="1776283259" sldId="276"/>
        </pc:sldMkLst>
        <pc:spChg chg="mod">
          <ac:chgData name="Karthikeya Moleyar" userId="b51051ba856dafdf" providerId="LiveId" clId="{AB7CCA75-D7E2-42E3-A660-2E75CD62CFC8}" dt="2026-06-18T05:28:13.358" v="1259" actId="20577"/>
          <ac:spMkLst>
            <pc:docMk/>
            <pc:sldMk cId="1776283259" sldId="276"/>
            <ac:spMk id="2" creationId="{77CF5CC4-DFE6-CB4D-CEFA-90E4B0223FFB}"/>
          </ac:spMkLst>
        </pc:spChg>
        <pc:spChg chg="mod">
          <ac:chgData name="Karthikeya Moleyar" userId="b51051ba856dafdf" providerId="LiveId" clId="{AB7CCA75-D7E2-42E3-A660-2E75CD62CFC8}" dt="2026-06-18T05:28:27.406" v="1261" actId="27636"/>
          <ac:spMkLst>
            <pc:docMk/>
            <pc:sldMk cId="1776283259" sldId="276"/>
            <ac:spMk id="3" creationId="{9BDC8489-073F-5BD1-EF89-0FC71E87A0FC}"/>
          </ac:spMkLst>
        </pc:spChg>
      </pc:sldChg>
      <pc:sldChg chg="modSp new mod">
        <pc:chgData name="Karthikeya Moleyar" userId="b51051ba856dafdf" providerId="LiveId" clId="{AB7CCA75-D7E2-42E3-A660-2E75CD62CFC8}" dt="2026-06-18T05:29:31.509" v="1270" actId="20577"/>
        <pc:sldMkLst>
          <pc:docMk/>
          <pc:sldMk cId="1861664270" sldId="277"/>
        </pc:sldMkLst>
        <pc:spChg chg="mod">
          <ac:chgData name="Karthikeya Moleyar" userId="b51051ba856dafdf" providerId="LiveId" clId="{AB7CCA75-D7E2-42E3-A660-2E75CD62CFC8}" dt="2026-06-18T05:29:31.509" v="1270" actId="20577"/>
          <ac:spMkLst>
            <pc:docMk/>
            <pc:sldMk cId="1861664270" sldId="277"/>
            <ac:spMk id="2" creationId="{FC104081-5D1C-830C-53F2-12C049F17EC5}"/>
          </ac:spMkLst>
        </pc:spChg>
        <pc:spChg chg="mod">
          <ac:chgData name="Karthikeya Moleyar" userId="b51051ba856dafdf" providerId="LiveId" clId="{AB7CCA75-D7E2-42E3-A660-2E75CD62CFC8}" dt="2026-06-18T05:29:16.510" v="1269" actId="15"/>
          <ac:spMkLst>
            <pc:docMk/>
            <pc:sldMk cId="1861664270" sldId="277"/>
            <ac:spMk id="3" creationId="{C2E8B962-01B2-CA27-27C0-5069E98FD6C6}"/>
          </ac:spMkLst>
        </pc:spChg>
      </pc:sldChg>
      <pc:sldChg chg="addSp modSp new mod">
        <pc:chgData name="Karthikeya Moleyar" userId="b51051ba856dafdf" providerId="LiveId" clId="{AB7CCA75-D7E2-42E3-A660-2E75CD62CFC8}" dt="2026-06-29T11:51:55.539" v="1673" actId="1076"/>
        <pc:sldMkLst>
          <pc:docMk/>
          <pc:sldMk cId="4161537304" sldId="278"/>
        </pc:sldMkLst>
        <pc:spChg chg="mod">
          <ac:chgData name="Karthikeya Moleyar" userId="b51051ba856dafdf" providerId="LiveId" clId="{AB7CCA75-D7E2-42E3-A660-2E75CD62CFC8}" dt="2026-06-29T11:48:13.442" v="1536" actId="20577"/>
          <ac:spMkLst>
            <pc:docMk/>
            <pc:sldMk cId="4161537304" sldId="278"/>
            <ac:spMk id="2" creationId="{7AD81A39-9DCF-ADA5-2562-D081E78B06AC}"/>
          </ac:spMkLst>
        </pc:spChg>
        <pc:spChg chg="mod">
          <ac:chgData name="Karthikeya Moleyar" userId="b51051ba856dafdf" providerId="LiveId" clId="{AB7CCA75-D7E2-42E3-A660-2E75CD62CFC8}" dt="2026-06-29T11:51:52.718" v="1672"/>
          <ac:spMkLst>
            <pc:docMk/>
            <pc:sldMk cId="4161537304" sldId="278"/>
            <ac:spMk id="3" creationId="{E65236A6-AD77-94E4-9B70-CDC72C54AE9C}"/>
          </ac:spMkLst>
        </pc:spChg>
        <pc:picChg chg="add mod">
          <ac:chgData name="Karthikeya Moleyar" userId="b51051ba856dafdf" providerId="LiveId" clId="{AB7CCA75-D7E2-42E3-A660-2E75CD62CFC8}" dt="2026-06-29T11:51:55.539" v="1673" actId="1076"/>
          <ac:picMkLst>
            <pc:docMk/>
            <pc:sldMk cId="4161537304" sldId="278"/>
            <ac:picMk id="5" creationId="{932EF447-6450-6F01-B155-DD8DFE11A565}"/>
          </ac:picMkLst>
        </pc:picChg>
      </pc:sldChg>
      <pc:sldChg chg="modSp new mod">
        <pc:chgData name="Karthikeya Moleyar" userId="b51051ba856dafdf" providerId="LiveId" clId="{AB7CCA75-D7E2-42E3-A660-2E75CD62CFC8}" dt="2026-06-29T11:47:20.555" v="1519" actId="20577"/>
        <pc:sldMkLst>
          <pc:docMk/>
          <pc:sldMk cId="2420917024" sldId="279"/>
        </pc:sldMkLst>
        <pc:spChg chg="mod">
          <ac:chgData name="Karthikeya Moleyar" userId="b51051ba856dafdf" providerId="LiveId" clId="{AB7CCA75-D7E2-42E3-A660-2E75CD62CFC8}" dt="2026-06-29T11:47:20.555" v="1519" actId="20577"/>
          <ac:spMkLst>
            <pc:docMk/>
            <pc:sldMk cId="2420917024" sldId="279"/>
            <ac:spMk id="2" creationId="{250E24C1-4AE7-66E6-4837-D055C2408853}"/>
          </ac:spMkLst>
        </pc:spChg>
        <pc:spChg chg="mod">
          <ac:chgData name="Karthikeya Moleyar" userId="b51051ba856dafdf" providerId="LiveId" clId="{AB7CCA75-D7E2-42E3-A660-2E75CD62CFC8}" dt="2026-06-29T11:44:57.506" v="1397"/>
          <ac:spMkLst>
            <pc:docMk/>
            <pc:sldMk cId="2420917024" sldId="279"/>
            <ac:spMk id="3" creationId="{4261E38A-5F37-92B0-D21B-12ABD80B34DD}"/>
          </ac:spMkLst>
        </pc:spChg>
      </pc:sldChg>
      <pc:sldChg chg="addSp modSp new mod">
        <pc:chgData name="Karthikeya Moleyar" userId="b51051ba856dafdf" providerId="LiveId" clId="{AB7CCA75-D7E2-42E3-A660-2E75CD62CFC8}" dt="2026-06-29T11:53:49.027" v="1731" actId="1076"/>
        <pc:sldMkLst>
          <pc:docMk/>
          <pc:sldMk cId="1630137038" sldId="280"/>
        </pc:sldMkLst>
        <pc:spChg chg="mod">
          <ac:chgData name="Karthikeya Moleyar" userId="b51051ba856dafdf" providerId="LiveId" clId="{AB7CCA75-D7E2-42E3-A660-2E75CD62CFC8}" dt="2026-06-29T11:48:30.709" v="1584" actId="20577"/>
          <ac:spMkLst>
            <pc:docMk/>
            <pc:sldMk cId="1630137038" sldId="280"/>
            <ac:spMk id="2" creationId="{B3C27781-EA86-7D85-A209-24707A9962BE}"/>
          </ac:spMkLst>
        </pc:spChg>
        <pc:spChg chg="mod">
          <ac:chgData name="Karthikeya Moleyar" userId="b51051ba856dafdf" providerId="LiveId" clId="{AB7CCA75-D7E2-42E3-A660-2E75CD62CFC8}" dt="2026-06-29T11:53:45.054" v="1729" actId="20577"/>
          <ac:spMkLst>
            <pc:docMk/>
            <pc:sldMk cId="1630137038" sldId="280"/>
            <ac:spMk id="3" creationId="{C3AC052B-3CC0-B4BC-C068-3F22FEF30484}"/>
          </ac:spMkLst>
        </pc:spChg>
        <pc:picChg chg="add mod">
          <ac:chgData name="Karthikeya Moleyar" userId="b51051ba856dafdf" providerId="LiveId" clId="{AB7CCA75-D7E2-42E3-A660-2E75CD62CFC8}" dt="2026-06-29T11:53:49.027" v="1731" actId="1076"/>
          <ac:picMkLst>
            <pc:docMk/>
            <pc:sldMk cId="1630137038" sldId="280"/>
            <ac:picMk id="5" creationId="{0AB5A529-501E-2519-F572-BC048B13DB02}"/>
          </ac:picMkLst>
        </pc:picChg>
      </pc:sldChg>
      <pc:sldChg chg="addSp delSp modSp new mod">
        <pc:chgData name="Karthikeya Moleyar" userId="b51051ba856dafdf" providerId="LiveId" clId="{AB7CCA75-D7E2-42E3-A660-2E75CD62CFC8}" dt="2026-06-29T12:43:01.722" v="2325" actId="20577"/>
        <pc:sldMkLst>
          <pc:docMk/>
          <pc:sldMk cId="2923701509" sldId="281"/>
        </pc:sldMkLst>
        <pc:spChg chg="mod">
          <ac:chgData name="Karthikeya Moleyar" userId="b51051ba856dafdf" providerId="LiveId" clId="{AB7CCA75-D7E2-42E3-A660-2E75CD62CFC8}" dt="2026-06-29T12:03:49.881" v="2059" actId="20577"/>
          <ac:spMkLst>
            <pc:docMk/>
            <pc:sldMk cId="2923701509" sldId="281"/>
            <ac:spMk id="2" creationId="{3629E79B-02A5-4A95-6233-A7C48BEDD2B2}"/>
          </ac:spMkLst>
        </pc:spChg>
        <pc:spChg chg="mod">
          <ac:chgData name="Karthikeya Moleyar" userId="b51051ba856dafdf" providerId="LiveId" clId="{AB7CCA75-D7E2-42E3-A660-2E75CD62CFC8}" dt="2026-06-29T12:43:01.722" v="2325" actId="20577"/>
          <ac:spMkLst>
            <pc:docMk/>
            <pc:sldMk cId="2923701509" sldId="281"/>
            <ac:spMk id="3" creationId="{A5967385-7EF5-732F-439B-B496A8181E71}"/>
          </ac:spMkLst>
        </pc:spChg>
        <pc:picChg chg="add del mod">
          <ac:chgData name="Karthikeya Moleyar" userId="b51051ba856dafdf" providerId="LiveId" clId="{AB7CCA75-D7E2-42E3-A660-2E75CD62CFC8}" dt="2026-06-29T12:01:39.750" v="1815" actId="478"/>
          <ac:picMkLst>
            <pc:docMk/>
            <pc:sldMk cId="2923701509" sldId="281"/>
            <ac:picMk id="5" creationId="{869CFA29-AA16-713A-84D9-2C8D1ACB017B}"/>
          </ac:picMkLst>
        </pc:picChg>
      </pc:sldChg>
      <pc:sldChg chg="modSp new mod">
        <pc:chgData name="Karthikeya Moleyar" userId="b51051ba856dafdf" providerId="LiveId" clId="{AB7CCA75-D7E2-42E3-A660-2E75CD62CFC8}" dt="2026-06-29T11:59:01.340" v="1809" actId="20577"/>
        <pc:sldMkLst>
          <pc:docMk/>
          <pc:sldMk cId="3112262530" sldId="282"/>
        </pc:sldMkLst>
        <pc:spChg chg="mod">
          <ac:chgData name="Karthikeya Moleyar" userId="b51051ba856dafdf" providerId="LiveId" clId="{AB7CCA75-D7E2-42E3-A660-2E75CD62CFC8}" dt="2026-06-29T11:58:24.964" v="1775" actId="20577"/>
          <ac:spMkLst>
            <pc:docMk/>
            <pc:sldMk cId="3112262530" sldId="282"/>
            <ac:spMk id="2" creationId="{22BDE856-C63A-4B10-4CFB-33E36F7C5A6A}"/>
          </ac:spMkLst>
        </pc:spChg>
        <pc:spChg chg="mod">
          <ac:chgData name="Karthikeya Moleyar" userId="b51051ba856dafdf" providerId="LiveId" clId="{AB7CCA75-D7E2-42E3-A660-2E75CD62CFC8}" dt="2026-06-29T11:59:01.340" v="1809" actId="20577"/>
          <ac:spMkLst>
            <pc:docMk/>
            <pc:sldMk cId="3112262530" sldId="282"/>
            <ac:spMk id="3" creationId="{33A31C01-004F-967D-4EF1-6C2233BA85E8}"/>
          </ac:spMkLst>
        </pc:spChg>
      </pc:sldChg>
      <pc:sldChg chg="addSp modSp new mod">
        <pc:chgData name="Karthikeya Moleyar" userId="b51051ba856dafdf" providerId="LiveId" clId="{AB7CCA75-D7E2-42E3-A660-2E75CD62CFC8}" dt="2026-06-29T12:06:30.064" v="2201" actId="166"/>
        <pc:sldMkLst>
          <pc:docMk/>
          <pc:sldMk cId="2945472335" sldId="283"/>
        </pc:sldMkLst>
        <pc:spChg chg="mod">
          <ac:chgData name="Karthikeya Moleyar" userId="b51051ba856dafdf" providerId="LiveId" clId="{AB7CCA75-D7E2-42E3-A660-2E75CD62CFC8}" dt="2026-06-29T12:01:52.544" v="1855" actId="20577"/>
          <ac:spMkLst>
            <pc:docMk/>
            <pc:sldMk cId="2945472335" sldId="283"/>
            <ac:spMk id="2" creationId="{5227D442-719C-65AA-4470-9126BECBFB17}"/>
          </ac:spMkLst>
        </pc:spChg>
        <pc:spChg chg="mod">
          <ac:chgData name="Karthikeya Moleyar" userId="b51051ba856dafdf" providerId="LiveId" clId="{AB7CCA75-D7E2-42E3-A660-2E75CD62CFC8}" dt="2026-06-29T12:03:19.991" v="1992" actId="20577"/>
          <ac:spMkLst>
            <pc:docMk/>
            <pc:sldMk cId="2945472335" sldId="283"/>
            <ac:spMk id="3" creationId="{87E0656D-9CA4-CCF0-91E8-660097AB0EB5}"/>
          </ac:spMkLst>
        </pc:spChg>
        <pc:picChg chg="add mod ord">
          <ac:chgData name="Karthikeya Moleyar" userId="b51051ba856dafdf" providerId="LiveId" clId="{AB7CCA75-D7E2-42E3-A660-2E75CD62CFC8}" dt="2026-06-29T12:06:30.064" v="2201" actId="166"/>
          <ac:picMkLst>
            <pc:docMk/>
            <pc:sldMk cId="2945472335" sldId="283"/>
            <ac:picMk id="5" creationId="{F325F47F-0086-51C3-9877-EFA8F7258E08}"/>
          </ac:picMkLst>
        </pc:picChg>
        <pc:picChg chg="add mod">
          <ac:chgData name="Karthikeya Moleyar" userId="b51051ba856dafdf" providerId="LiveId" clId="{AB7CCA75-D7E2-42E3-A660-2E75CD62CFC8}" dt="2026-06-29T12:06:24.287" v="2199" actId="1076"/>
          <ac:picMkLst>
            <pc:docMk/>
            <pc:sldMk cId="2945472335" sldId="283"/>
            <ac:picMk id="7" creationId="{FEAB387D-8C0D-9CC4-83C4-9477FDBA319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9e337d7a7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9e337d7a7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9e337d7a7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9e337d7a7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9e337d7a7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e9e337d7a7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9e337d7a7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9e337d7a7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9e337d7a7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e9e337d7a7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9c3492a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9c3492a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59c3492ac_1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59c3492ac_1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59c3492ac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e59c3492ac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cf23727a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ecf23727a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cf23727a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ecf23727a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cf23727ab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cf23727ab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cf23727ab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ecf23727ab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Automated Data Quality Framework for Real-Time Pipelines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Aim and flow of project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Aim is to be build a automated system to maintain the data quality in real time distributed environment.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Batch Validations are slow and expensive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Framework should be able to identify data issues as soon as data flows through the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use Kafka for ingestion and detect anomaly using tested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implement Dead Letter Queue for future analysis.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Prevent the corrupt data to move to Data warehouse.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Match or improve the False Discovery Rate of the Batch Processing.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Block </a:t>
            </a:r>
            <a:br>
              <a:rPr lang="en-GB"/>
            </a:br>
            <a:r>
              <a:rPr lang="en-GB"/>
              <a:t>Diagram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5" name="Google Shape;1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4775" y="1228275"/>
            <a:ext cx="6294776" cy="345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in Streaming Data using Isolation Forest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https://ieeexplore.ieee.org/document/10571907/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33"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7650" y="22725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this paper, they have investigated the Isolation Forest Algorithm for streaming data anomaly. They adopted a sliding window approach for training instead of batch to be relevant with most recent data.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data point which is isolated with a lower average path length is considered to be anomaly record.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work already supports the Kafka Streaming, but is not implemented on it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2823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Enhancing Real-Time Analytics Streaming Data Quality Metrics for Continuous Monitoring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https://dl.acm.org/doi/epdf/10.1145/3686592.3686609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7650" y="22120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focuses more on the metrics of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Instead of simply labelling data as ‘Good’ or ‘Bad’, it gives different metrics on the below dimensions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Timeliness ( Are we getting the data on time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Accuracy ( Are we getting the right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Completeness ( Are we getting all the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Consistency ( Are the data according to standards set 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There are few mathematical formulas discussed. Which could be used for metrics in the future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1579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for Automated Data Quality Monitoring in the CMS Detector (AutoDQM)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https://link.springer.com/article/10.1007/s41781-025-00147-2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7650" y="21877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talks about designing the system for continuous high velocity system for telemetry data to prevent corrupt data from going to downstreams.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Statistical Testing : Beta Bionomial statistical test used against verified data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PCA : PCA based anomaly detected used to detect verified good runs.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It suggests Ensemble technique outperformed with False Positive Rate below 13%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does not account for evolving schema and there is no DLQ.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7650" y="11739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Large-Scale Data Quality Challenges, Framework and Evaluation in Metro Systems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https://ieeexplore.ieee.org/document/10705079/ 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727650" y="211102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has discussed about the Data Quality in Operational Metro Systems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implemented 3 failure models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Completeness Check Model (No Nulls), Statistical Outliers (using iForest Algoritm) and Semantic Corruption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defined 5 different quality metrics: Completeness Rate, Timeliness Index, Accuracy Rate, Consistency Rate, Semantic Validity.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These validations though are on streaming data, it is done once the data arrives to the warehouse.</a:t>
            </a:r>
            <a:endParaRPr/>
          </a:p>
        </p:txBody>
      </p:sp>
      <p:pic>
        <p:nvPicPr>
          <p:cNvPr id="112" name="Google Shape;112;p17" descr="the word new is written in black letters on a white background (provided by Tenor)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49801" cy="20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Profile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Extracting the data of the Indian Stock Market for the top 100 stocks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/>
              <a:t>Historical</a:t>
            </a:r>
            <a:br>
              <a:rPr lang="en-GB"/>
            </a:br>
            <a:r>
              <a:rPr lang="en-GB"/>
              <a:t>Will be using historical data for the FY 2025-26 to minute granularity.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Script will be created to induce irregularity randomly.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/>
              <a:t>Streaming</a:t>
            </a:r>
            <a:br>
              <a:rPr lang="en-GB" b="1"/>
            </a:br>
            <a:r>
              <a:rPr lang="en-GB"/>
              <a:t>For Real Time Processing as well, we will be using the same API and extracting the minute level data and will be subject to random irregularity inducing script.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Extraction in Progress</a:t>
            </a: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55554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Leveraged the official high-fidelity API for programmatic access to historical market data via Python SDK integration.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Extracted the prices of 99 stocks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14 months of data was extracted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Simulating Anomalies</a:t>
            </a:r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Created a script to inject noise randomly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record every 1000 to 1000th Record to inject anomaly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numeric column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Corrupt bt 5 to 10 times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Keeping track on the induced anomaly for validation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Stock and Date is not subject to corruption.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Engineering</a:t>
            </a: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727650" y="22046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1m Returns : Captures Relative price movement.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High-Low Spread Percentage : Identifies how the stock price has moved in the minute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Volume Z Score : Feature used to find out how unusual a specific minutes trading volume.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Price Deviation Percentage : It measures how minutes closing price has stayed with the trend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Validation Result</a:t>
            </a:r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5725" y="2018688"/>
            <a:ext cx="4548600" cy="238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could have gone wrong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The anomaly inducer script induced error on single feature.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Dropped the core features.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Improper Contamination Rate Selection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Sudden Rise and Fall of Price and Volume is the nature of markets.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A5A4-0344-C31C-2EFA-CC7FC359A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B240A-7498-B227-B85F-597EACFD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2078874"/>
            <a:ext cx="7688700" cy="3001125"/>
          </a:xfrm>
        </p:spPr>
        <p:txBody>
          <a:bodyPr>
            <a:normAutofit fontScale="92500" lnSpcReduction="20000"/>
          </a:bodyPr>
          <a:lstStyle/>
          <a:p>
            <a:r>
              <a:rPr lang="en-IN" dirty="0"/>
              <a:t>High Frequency variation can constitute to noise, hence tried a larger time frame features</a:t>
            </a:r>
          </a:p>
          <a:p>
            <a:r>
              <a:rPr lang="en-IN" dirty="0"/>
              <a:t>Introduced the </a:t>
            </a:r>
          </a:p>
          <a:p>
            <a:pPr lvl="1"/>
            <a:r>
              <a:rPr lang="en-IN" dirty="0"/>
              <a:t>Price Deviation percentage in an hour</a:t>
            </a:r>
          </a:p>
          <a:p>
            <a:pPr lvl="1"/>
            <a:r>
              <a:rPr lang="en-IN" dirty="0"/>
              <a:t>Relative Price Change in 5 minutes</a:t>
            </a:r>
          </a:p>
          <a:p>
            <a:pPr marL="615950" lvl="1" indent="0">
              <a:buNone/>
            </a:pPr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52334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345</a:t>
            </a:r>
          </a:p>
          <a:p>
            <a:pPr marL="146050" indent="0">
              <a:buNone/>
            </a:pPr>
            <a:r>
              <a:rPr lang="en-US" dirty="0"/>
              <a:t>False Positives (False Alarms)        : 51989</a:t>
            </a:r>
          </a:p>
          <a:p>
            <a:pPr marL="146050" indent="0">
              <a:buNone/>
            </a:pPr>
            <a:r>
              <a:rPr lang="en-US" dirty="0"/>
              <a:t>False Negatives (Missed Anomalies)    : 1546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0.66%</a:t>
            </a:r>
          </a:p>
          <a:p>
            <a:pPr marL="146050" indent="0">
              <a:buNone/>
            </a:pPr>
            <a:r>
              <a:rPr lang="en-US" dirty="0"/>
              <a:t>Recall (What % of anomalies did it catch?): 18.24%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1001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C8BC-F1B3-D84A-DF72-0AE055DF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8B0F1-C606-456A-1326-766F192D9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Recall jumped from 2.17% to 18.24% (catching 345 anomalies instead of 41), and True Positives multiplied by nearly 8.5x.</a:t>
            </a:r>
          </a:p>
          <a:p>
            <a:r>
              <a:rPr lang="en-US" dirty="0"/>
              <a:t>Decreased the </a:t>
            </a:r>
            <a:r>
              <a:rPr lang="en-US" dirty="0" err="1"/>
              <a:t>contamination_rate</a:t>
            </a:r>
            <a:r>
              <a:rPr lang="en-US" dirty="0"/>
              <a:t> to 0.0005.</a:t>
            </a:r>
          </a:p>
          <a:p>
            <a:pPr marL="146050" indent="0">
              <a:buNone/>
            </a:pPr>
            <a:endParaRPr lang="en-US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5228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1128</a:t>
            </a:r>
          </a:p>
          <a:p>
            <a:pPr marL="146050" indent="0">
              <a:buNone/>
            </a:pPr>
            <a:r>
              <a:rPr lang="en-US" dirty="0"/>
              <a:t>False Positives (False Alarms)        : 4100</a:t>
            </a:r>
          </a:p>
          <a:p>
            <a:pPr marL="146050" indent="0">
              <a:buNone/>
            </a:pPr>
            <a:r>
              <a:rPr lang="en-US" dirty="0"/>
              <a:t>False Negatives (Missed Anomalies)    : 763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21.58%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59.65%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955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4AA75-3CDE-6B05-2856-FE0F189D9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0C9F5-8C29-DBB8-43D7-3A07CB6E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E6DBC-3F3A-F9A3-9955-673A0CE0E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lnSpcReduction="10000"/>
          </a:bodyPr>
          <a:lstStyle/>
          <a:p>
            <a:r>
              <a:rPr lang="en-IN" dirty="0"/>
              <a:t>Instead of forcing a hard-coded percentile cutoff via .predict(), we extract continuous anomaly scores via .</a:t>
            </a:r>
            <a:r>
              <a:rPr lang="en-IN" dirty="0" err="1"/>
              <a:t>score_samples</a:t>
            </a:r>
            <a:r>
              <a:rPr lang="en-IN" dirty="0"/>
              <a:t>()</a:t>
            </a:r>
          </a:p>
          <a:p>
            <a:r>
              <a:rPr lang="en-IN" dirty="0"/>
              <a:t>Use the ROC Curve and found the </a:t>
            </a:r>
            <a:r>
              <a:rPr lang="en-IN" dirty="0" err="1"/>
              <a:t>Gmean</a:t>
            </a:r>
            <a:r>
              <a:rPr lang="en-IN" dirty="0"/>
              <a:t> to act a threshold.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830318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1481</a:t>
            </a:r>
          </a:p>
          <a:p>
            <a:pPr marL="146050" indent="0">
              <a:buNone/>
            </a:pPr>
            <a:r>
              <a:rPr lang="en-US" dirty="0"/>
              <a:t>False Positives (False Alarms)        : 828837</a:t>
            </a:r>
          </a:p>
          <a:p>
            <a:pPr marL="146050" indent="0">
              <a:buNone/>
            </a:pPr>
            <a:r>
              <a:rPr lang="en-US" dirty="0"/>
              <a:t>False Negatives (Missed Anomalies)    : 410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0.18%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78.32%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028815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23578-4132-3773-EBB6-53AA4E2CE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Results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90587-9782-EFF9-0B52-DD4B432CE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Good Recall, but Precision Fell</a:t>
            </a:r>
          </a:p>
          <a:p>
            <a:r>
              <a:rPr lang="en-IN" dirty="0"/>
              <a:t>The G-Mean treats the True Positive Rate (Recall) and the False Positive Rate with equal mathematical weight.</a:t>
            </a:r>
          </a:p>
          <a:p>
            <a:r>
              <a:rPr lang="en-IN" dirty="0"/>
              <a:t>Not Suitable for Imbalanced Dataset</a:t>
            </a:r>
          </a:p>
        </p:txBody>
      </p:sp>
    </p:spTree>
    <p:extLst>
      <p:ext uri="{BB962C8B-B14F-4D97-AF65-F5344CB8AC3E}">
        <p14:creationId xmlns:p14="http://schemas.microsoft.com/office/powerpoint/2010/main" val="4283932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1FB98-2DC0-A2EA-9A0B-BC7D0E7E1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Streaming </a:t>
            </a:r>
            <a:r>
              <a:rPr lang="en-IN" dirty="0" err="1"/>
              <a:t>SimulationArchitecture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2085B-0ACA-E630-1C78-6E0A3B9E9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marL="146050" indent="0">
              <a:buNone/>
            </a:pPr>
            <a:r>
              <a:rPr lang="en-IN" b="1" dirty="0"/>
              <a:t>Data Producer (Emitter) </a:t>
            </a:r>
            <a:r>
              <a:rPr lang="en-IN" dirty="0"/>
              <a:t>(Script: data_producer.py)</a:t>
            </a:r>
          </a:p>
          <a:p>
            <a:r>
              <a:rPr lang="en-IN" dirty="0"/>
              <a:t>Loads historical market data chunks row-by-row into memory buffer.</a:t>
            </a:r>
          </a:p>
          <a:p>
            <a:r>
              <a:rPr lang="en-IN" dirty="0"/>
              <a:t>Streams events to downstream consumers via local TCP socket on port </a:t>
            </a:r>
            <a:r>
              <a:rPr lang="en-IN" b="1" dirty="0"/>
              <a:t>9999</a:t>
            </a:r>
            <a:r>
              <a:rPr lang="en-IN" dirty="0"/>
              <a:t>.</a:t>
            </a:r>
          </a:p>
          <a:p>
            <a:r>
              <a:rPr lang="en-IN" dirty="0"/>
              <a:t>Configurable flow controller delay allows customizable real-time emulation speeds.</a:t>
            </a:r>
          </a:p>
          <a:p>
            <a:endParaRPr lang="en-IN" dirty="0"/>
          </a:p>
          <a:p>
            <a:pPr marL="146050" indent="0">
              <a:buNone/>
            </a:pPr>
            <a:br>
              <a:rPr lang="en-IN" b="1" dirty="0"/>
            </a:br>
            <a:r>
              <a:rPr lang="en-IN" b="1" dirty="0"/>
              <a:t>Live Consumer &amp; Detector (</a:t>
            </a:r>
            <a:r>
              <a:rPr lang="en-IN" dirty="0"/>
              <a:t>Script: data_consumer.py)</a:t>
            </a:r>
          </a:p>
          <a:p>
            <a:r>
              <a:rPr lang="en-IN" dirty="0"/>
              <a:t>Continuously ingests micro-streams via socket network listener.</a:t>
            </a:r>
          </a:p>
          <a:p>
            <a:r>
              <a:rPr lang="en-IN" dirty="0"/>
              <a:t>Maintains localized sliding rolling memory windows per ticker symbol.</a:t>
            </a:r>
          </a:p>
          <a:p>
            <a:r>
              <a:rPr lang="en-IN" dirty="0"/>
              <a:t>Performs instant inference using pre-trained detection models.</a:t>
            </a:r>
          </a:p>
          <a:p>
            <a:r>
              <a:rPr lang="en-IN" dirty="0"/>
              <a:t>Publishes real-time anomaly alerts straight to target log registries.</a:t>
            </a:r>
          </a:p>
          <a:p>
            <a:pPr marL="14605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598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F5CC4-DFE6-CB4D-CEFA-90E4B022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Real-Time Feature Computation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DC8489-073F-5BD1-EF89-0FC71E87A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Sliding Buffer Allocation</a:t>
            </a:r>
          </a:p>
          <a:p>
            <a:r>
              <a:rPr lang="en-IN" dirty="0"/>
              <a:t>To maintain state without storing database tables, the stream pipeline allocates static in-memory sliding windows for rolling calculations.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Closing Price Window</a:t>
            </a:r>
          </a:p>
          <a:p>
            <a:pPr lvl="1"/>
            <a:r>
              <a:rPr lang="en-IN" dirty="0"/>
              <a:t>Tracks short-term historical deviations</a:t>
            </a:r>
          </a:p>
          <a:p>
            <a:r>
              <a:rPr lang="en-IN" b="1" dirty="0"/>
              <a:t>Trading Volume Window</a:t>
            </a:r>
          </a:p>
          <a:p>
            <a:pPr lvl="1"/>
            <a:r>
              <a:rPr lang="en-IN" dirty="0"/>
              <a:t>Detects sudden liquidity &amp; transaction surges</a:t>
            </a:r>
          </a:p>
          <a:p>
            <a:r>
              <a:rPr lang="en-IN" b="1" dirty="0"/>
              <a:t>General Market State</a:t>
            </a:r>
          </a:p>
          <a:p>
            <a:pPr lvl="1"/>
            <a:r>
              <a:rPr lang="en-IN" dirty="0"/>
              <a:t>Correlates asset shifts with market broad benchmark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6283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04081-5D1C-830C-53F2-12C049F17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Technical Implementation &amp; Inventory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B962-01B2-CA27-27C0-5069E98FD6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 Network Communication Interface</a:t>
            </a:r>
          </a:p>
          <a:p>
            <a:pPr lvl="1"/>
            <a:r>
              <a:rPr lang="en-IN" dirty="0"/>
              <a:t>Encapsulated payloads are serialized to </a:t>
            </a:r>
            <a:r>
              <a:rPr lang="en-IN" b="1" dirty="0"/>
              <a:t>JSON string arrays</a:t>
            </a:r>
            <a:r>
              <a:rPr lang="en-IN" dirty="0"/>
              <a:t> and dispatched over continuous TCP sockets with standard newline (`\n`) formatting delimiters.</a:t>
            </a:r>
          </a:p>
          <a:p>
            <a:r>
              <a:rPr lang="en-IN" b="1" dirty="0"/>
              <a:t> Zero-Variance Feature Consistency</a:t>
            </a:r>
          </a:p>
          <a:p>
            <a:pPr lvl="1"/>
            <a:r>
              <a:rPr lang="en-IN" dirty="0"/>
              <a:t>In-memory real-time sliding calculation utilizes identical formulas and standard deviations as the historic batch model, ensuring 100% test reliability.</a:t>
            </a:r>
          </a:p>
          <a:p>
            <a:r>
              <a:rPr lang="en-IN" b="1" dirty="0"/>
              <a:t> Output Logging &amp; Alerting</a:t>
            </a:r>
          </a:p>
          <a:p>
            <a:pPr lvl="1"/>
            <a:r>
              <a:rPr lang="en-IN" dirty="0"/>
              <a:t>All detected anomalies are persistently logged to disk: logs/</a:t>
            </a:r>
            <a:r>
              <a:rPr lang="en-IN" dirty="0" err="1"/>
              <a:t>streaming_anomalies</a:t>
            </a:r>
            <a:r>
              <a:rPr lang="en-IN" dirty="0"/>
              <a:t>_*.csv.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664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81A39-9DCF-ADA5-2562-D081E78B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Experiment with LOF and OCSVM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236A6-AD77-94E4-9B70-CDC72C54AE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Configured LOF with 20 </a:t>
            </a:r>
            <a:r>
              <a:rPr lang="en-IN" dirty="0" err="1"/>
              <a:t>neighbors</a:t>
            </a:r>
            <a:r>
              <a:rPr lang="en-IN" dirty="0"/>
              <a:t> and automated contamination thresholding over the 7-feature core matrix.</a:t>
            </a:r>
          </a:p>
          <a:p>
            <a:r>
              <a:rPr lang="en-US" dirty="0"/>
              <a:t>Configuration:</a:t>
            </a:r>
          </a:p>
          <a:p>
            <a:r>
              <a:rPr lang="en-US" dirty="0"/>
              <a:t>- </a:t>
            </a:r>
            <a:r>
              <a:rPr lang="en-US" dirty="0" err="1"/>
              <a:t>n_neighbors</a:t>
            </a:r>
            <a:r>
              <a:rPr lang="en-US" dirty="0"/>
              <a:t>: 20</a:t>
            </a:r>
          </a:p>
          <a:p>
            <a:r>
              <a:rPr lang="en-US" dirty="0"/>
              <a:t>- contamination: 'auto'</a:t>
            </a:r>
          </a:p>
          <a:p>
            <a:r>
              <a:rPr lang="en-US" dirty="0"/>
              <a:t>- Same 7 features as Isolation Forest</a:t>
            </a:r>
          </a:p>
          <a:p>
            <a:r>
              <a:rPr lang="en-US" dirty="0"/>
              <a:t>- ROC-based threshold optimization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2EF447-6450-6F01-B155-DD8DFE11A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153" y="2657896"/>
            <a:ext cx="4054191" cy="207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537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24C1-4AE7-66E6-4837-D055C24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Result of LOF and OCSVM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1E38A-5F37-92B0-D21B-12ABD80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result is bad compared to Isolation Forest</a:t>
            </a:r>
          </a:p>
          <a:p>
            <a:pPr lvl="1"/>
            <a:r>
              <a:rPr lang="en-US" dirty="0"/>
              <a:t>Isolation Forest: Precision 0.18%, Recall 78.32%, Time 11m 42s</a:t>
            </a:r>
          </a:p>
          <a:p>
            <a:pPr lvl="1"/>
            <a:r>
              <a:rPr lang="en-US" dirty="0"/>
              <a:t>LOF: Precision 0.02%, Recall 45.53%, Time 90m 45s</a:t>
            </a:r>
            <a:endParaRPr lang="en-IN" dirty="0"/>
          </a:p>
          <a:p>
            <a:endParaRPr lang="en-IN" dirty="0"/>
          </a:p>
          <a:p>
            <a:r>
              <a:rPr lang="en-IN" dirty="0"/>
              <a:t>LOF underperformed significantly on this feature space, yielding massive computational overhead and excessive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242091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27781-EA86-7D85-A209-24707A99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Shift Towards Supervised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C052B-3CC0-B4BC-C068-3F22FEF30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Created Labelled Dataset and applied Random Forest </a:t>
            </a:r>
          </a:p>
          <a:p>
            <a:endParaRPr lang="en-IN" dirty="0"/>
          </a:p>
          <a:p>
            <a:r>
              <a:rPr lang="en-IN" dirty="0"/>
              <a:t>Configuration:</a:t>
            </a:r>
          </a:p>
          <a:p>
            <a:r>
              <a:rPr lang="en-IN" dirty="0"/>
              <a:t>- </a:t>
            </a:r>
            <a:r>
              <a:rPr lang="en-IN" dirty="0" err="1"/>
              <a:t>n_estimators</a:t>
            </a:r>
            <a:r>
              <a:rPr lang="en-IN" dirty="0"/>
              <a:t>: 100</a:t>
            </a:r>
          </a:p>
          <a:p>
            <a:r>
              <a:rPr lang="en-IN" dirty="0"/>
              <a:t>- </a:t>
            </a:r>
            <a:r>
              <a:rPr lang="en-IN" dirty="0" err="1"/>
              <a:t>max_depth</a:t>
            </a:r>
            <a:r>
              <a:rPr lang="en-IN" dirty="0"/>
              <a:t>: 15</a:t>
            </a:r>
          </a:p>
          <a:p>
            <a:r>
              <a:rPr lang="en-IN" dirty="0"/>
              <a:t>- </a:t>
            </a:r>
            <a:r>
              <a:rPr lang="en-IN" dirty="0" err="1"/>
              <a:t>min_samples_split</a:t>
            </a:r>
            <a:r>
              <a:rPr lang="en-IN" dirty="0"/>
              <a:t>: 10</a:t>
            </a:r>
          </a:p>
          <a:p>
            <a:r>
              <a:rPr lang="en-IN" dirty="0"/>
              <a:t>- </a:t>
            </a:r>
            <a:r>
              <a:rPr lang="en-IN" dirty="0" err="1"/>
              <a:t>min_samples_leaf</a:t>
            </a:r>
            <a:r>
              <a:rPr lang="en-IN" dirty="0"/>
              <a:t>: 5</a:t>
            </a:r>
          </a:p>
          <a:p>
            <a:r>
              <a:rPr lang="en-IN" dirty="0"/>
              <a:t>- </a:t>
            </a:r>
            <a:r>
              <a:rPr lang="en-IN" dirty="0" err="1"/>
              <a:t>class_weight</a:t>
            </a:r>
            <a:r>
              <a:rPr lang="en-IN" dirty="0"/>
              <a:t>: 'balanced'</a:t>
            </a:r>
          </a:p>
          <a:p>
            <a:r>
              <a:rPr lang="en-IN" dirty="0"/>
              <a:t>- </a:t>
            </a:r>
            <a:r>
              <a:rPr lang="en-IN" dirty="0" err="1"/>
              <a:t>n_jobs</a:t>
            </a:r>
            <a:r>
              <a:rPr lang="en-IN" dirty="0"/>
              <a:t>: 1 (single thread)</a:t>
            </a:r>
          </a:p>
          <a:p>
            <a:r>
              <a:rPr lang="en-IN" dirty="0"/>
              <a:t>- Same 7 features as Isolation Forest</a:t>
            </a:r>
          </a:p>
          <a:p>
            <a:r>
              <a:rPr lang="en-IN" dirty="0"/>
              <a:t>- Train/test split: 80/20 (stratified)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5A529-501E-2519-F572-BC048B13D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091" y="2423067"/>
            <a:ext cx="4168501" cy="237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37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856-C63A-4B10-4CFB-33E36F7C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Observations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31C01-004F-967D-4EF1-6C2233BA8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Precision :</a:t>
            </a:r>
            <a:r>
              <a:rPr lang="en-IN" dirty="0"/>
              <a:t> Random Forest achieves a 100% precision score compared to Isolation Forest’s 0.18%, completely eliminating false flags.</a:t>
            </a:r>
          </a:p>
          <a:p>
            <a:r>
              <a:rPr lang="en-IN" b="1" dirty="0"/>
              <a:t>The Recall:</a:t>
            </a:r>
            <a:r>
              <a:rPr lang="en-IN" dirty="0"/>
              <a:t> Random Forest missed 8 out of 20 anomalies in the test set, dropping recall from 78.32% to 60.00%.</a:t>
            </a:r>
          </a:p>
          <a:p>
            <a:r>
              <a:rPr lang="en-IN" b="1" dirty="0"/>
              <a:t>Data Dependency:</a:t>
            </a:r>
            <a:r>
              <a:rPr lang="en-IN" dirty="0"/>
              <a:t> Random Forest requires explicit </a:t>
            </a:r>
            <a:r>
              <a:rPr lang="en-IN" dirty="0" err="1"/>
              <a:t>labeled</a:t>
            </a:r>
            <a:r>
              <a:rPr lang="en-IN" dirty="0"/>
              <a:t> history and training optimization on subsets, whereas Isolation Forest handles raw, </a:t>
            </a:r>
            <a:r>
              <a:rPr lang="en-IN" dirty="0" err="1"/>
              <a:t>unlabeled</a:t>
            </a:r>
            <a:r>
              <a:rPr lang="en-IN" dirty="0"/>
              <a:t> streams out of the box.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262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7D442-719C-65AA-4470-9126BECBF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Supervised Learning - Streaming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0656D-9CA4-CCF0-91E8-660097AB0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trained model used on streaming data.</a:t>
            </a:r>
          </a:p>
          <a:p>
            <a:r>
              <a:rPr lang="en-IN" dirty="0"/>
              <a:t>The result seen in batch is transferred</a:t>
            </a:r>
            <a:br>
              <a:rPr lang="en-IN" dirty="0"/>
            </a:br>
            <a:r>
              <a:rPr lang="en-IN" dirty="0"/>
              <a:t>to Streaming as well.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AB387D-8C0D-9CC4-83C4-9477FDBA3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83" y="2912444"/>
            <a:ext cx="4206605" cy="19204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25F47F-0086-51C3-9877-EFA8F7258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994" y="2683824"/>
            <a:ext cx="4740051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72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9E79B-02A5-4A95-6233-A7C48BEDD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Plan for next week (28 June to 4 July)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7385-7EF5-732F-439B-B496A8181E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Current training of model was on subset of data. Will try using the entire dataset to see if it has better impact of the result</a:t>
            </a:r>
          </a:p>
          <a:p>
            <a:r>
              <a:rPr lang="en-IN" dirty="0"/>
              <a:t>Hyperparameter Tuning for Higher Recall</a:t>
            </a:r>
          </a:p>
          <a:p>
            <a:r>
              <a:rPr lang="en-IN" dirty="0"/>
              <a:t>Try getting better features</a:t>
            </a:r>
          </a:p>
          <a:p>
            <a:r>
              <a:rPr lang="en-IN" dirty="0"/>
              <a:t>Will try with different </a:t>
            </a:r>
            <a:r>
              <a:rPr lang="en-IN"/>
              <a:t>basic models, DL and LLM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3701509"/>
      </p:ext>
    </p:extLst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1659</Words>
  <Application>Microsoft Office PowerPoint</Application>
  <PresentationFormat>On-screen Show (16:9)</PresentationFormat>
  <Paragraphs>181</Paragraphs>
  <Slides>26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Raleway</vt:lpstr>
      <vt:lpstr>Lato</vt:lpstr>
      <vt:lpstr>Streamline</vt:lpstr>
      <vt:lpstr>Automated Data Quality Framework for Real-Time Pipelines</vt:lpstr>
      <vt:lpstr>Aim and flow of project</vt:lpstr>
      <vt:lpstr>Block  Diagram</vt:lpstr>
      <vt:lpstr>Anomaly Detection in Streaming Data using Isolation Forest https://ieeexplore.ieee.org/document/10571907/ </vt:lpstr>
      <vt:lpstr>Enhancing Real-Time Analytics Streaming Data Quality Metrics for Continuous Monitoring https://dl.acm.org/doi/epdf/10.1145/3686592.3686609 </vt:lpstr>
      <vt:lpstr>Anomaly Detection for Automated Data Quality Monitoring in the CMS Detector (AutoDQM) https://link.springer.com/article/10.1007/s41781-025-00147-2</vt:lpstr>
      <vt:lpstr>Large-Scale Data Quality Challenges, Framework and Evaluation in Metro Systems https://ieeexplore.ieee.org/document/10705079/ </vt:lpstr>
      <vt:lpstr>Data Profile</vt:lpstr>
      <vt:lpstr>Data Extraction in Progress</vt:lpstr>
      <vt:lpstr>Simulating Anomalies</vt:lpstr>
      <vt:lpstr>Feature Engineering</vt:lpstr>
      <vt:lpstr>Validation Result</vt:lpstr>
      <vt:lpstr>What could have gone wrong</vt:lpstr>
      <vt:lpstr>Changes Implemented and Result</vt:lpstr>
      <vt:lpstr>Changes Implemented and Result</vt:lpstr>
      <vt:lpstr>Changes Implemented and Result</vt:lpstr>
      <vt:lpstr>Results Review</vt:lpstr>
      <vt:lpstr>Streaming SimulationArchitecture </vt:lpstr>
      <vt:lpstr>Real-Time Feature Computation </vt:lpstr>
      <vt:lpstr>Technical Implementation &amp; Inventory </vt:lpstr>
      <vt:lpstr>Experiment with LOF and OCSVM</vt:lpstr>
      <vt:lpstr>Result of LOF and OCSVM</vt:lpstr>
      <vt:lpstr>Shift Towards Supervised Learning</vt:lpstr>
      <vt:lpstr>Observations </vt:lpstr>
      <vt:lpstr>Supervised Learning - Streaming</vt:lpstr>
      <vt:lpstr>Plan for next week (28 June to 4 July)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Karthikeya Moleyar</cp:lastModifiedBy>
  <cp:revision>1</cp:revision>
  <dcterms:modified xsi:type="dcterms:W3CDTF">2026-06-29T12:43:05Z</dcterms:modified>
</cp:coreProperties>
</file>